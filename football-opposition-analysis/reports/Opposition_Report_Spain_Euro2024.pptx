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Clips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4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Shot</c:v>
                  </c:pt>
                  <c:pt idx="1">
                    <c:v>High regain</c:v>
                  </c:pt>
                  <c:pt idx="2">
                    <c:v>Box entry (pass)</c:v>
                  </c:pt>
                  <c:pt idx="3">
                    <c:v>Corner</c:v>
                  </c:pt>
                  <c:pt idx="4">
                    <c:v>Goal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124</c:v>
                </c:pt>
                <c:pt idx="2">
                  <c:v>77</c:v>
                </c:pt>
                <c:pt idx="3">
                  <c:v>45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4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4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34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8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Non-confidential sample report built on StatsBomb open data, written as if our team plays Spain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 for the team meeting. Each is backed by the slides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UEFA Euro 2024 champions | 7 matches analysed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analysis by Muhammed Ashhar A, Performance Analyst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Nacsport (video coding) | StatsBomb event data | Python (mplsoccer)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how Spain play and how we can hurt them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69080" cy="160020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possession, 87% passing and 65% field tilt on average.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069080" cy="160020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097280"/>
            <a:ext cx="4069080" cy="640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threat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of final-third entries come down their left, 37% down the right and only 14% centrally.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069080" cy="160020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80360"/>
            <a:ext cx="4069080" cy="6400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press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15.2 and 22 high regains per match. Short build-up is risky.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17720" y="2880360"/>
            <a:ext cx="4069080" cy="160020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8" name="Shape 16"/>
          <p:cNvSpPr/>
          <p:nvPr/>
        </p:nvSpPr>
        <p:spPr>
          <a:xfrm>
            <a:off x="4617720" y="2880360"/>
            <a:ext cx="406908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without the ball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 xG conceded per match when their press dropped (PPDA above 18), vs 0.37 otherwise.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wins from 7, built on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Match-by-match xG, possession and pressing intensity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match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583" y="1051560"/>
            <a:ext cx="7070834" cy="2734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931920"/>
            <a:ext cx="201168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393192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and against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3931920"/>
            <a:ext cx="201168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393192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2697480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10.6 - 6.4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69748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for and against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931920"/>
            <a:ext cx="201168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393192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123 - 75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84632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for and against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12280" y="3931920"/>
            <a:ext cx="201168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20" name="Shape 17"/>
          <p:cNvSpPr/>
          <p:nvPr/>
        </p:nvSpPr>
        <p:spPr>
          <a:xfrm>
            <a:off x="6812280" y="3931920"/>
            <a:ext cx="54864" cy="8686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1" name="Text 18"/>
          <p:cNvSpPr/>
          <p:nvPr/>
        </p:nvSpPr>
        <p:spPr>
          <a:xfrm>
            <a:off x="6995160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9516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 4-2-3-1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and build-up: 4-2-3-1 with high full-backs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network, final vs England (before first substitution)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pass_network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48" y="1051560"/>
            <a:ext cx="4685544" cy="3685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114300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 and Fabián Ruiz form the double pivot; the build-up runs through Laporte, Le Normand and Rodri.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Cucurella pushes high on the left, freeing Nico Williams to go 1v1.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Yamal stays wide on the right with Carvajal behind him.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Olmo floats between the lines as the No.10.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attack down the flanks, mostly the left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 completed passes into the final third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final_third_ent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48" y="1051560"/>
            <a:ext cx="4685544" cy="3685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143000"/>
            <a:ext cx="283464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8" name="Shape 5"/>
          <p:cNvSpPr/>
          <p:nvPr/>
        </p:nvSpPr>
        <p:spPr>
          <a:xfrm>
            <a:off x="5989320" y="114300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1197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722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down their left (Nico, Cucurella)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2148840"/>
            <a:ext cx="283464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2" name="Shape 9"/>
          <p:cNvSpPr/>
          <p:nvPr/>
        </p:nvSpPr>
        <p:spPr>
          <a:xfrm>
            <a:off x="5989320" y="2148840"/>
            <a:ext cx="54864" cy="8686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22037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7220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down their right (Yamal, Carvajal)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154680"/>
            <a:ext cx="283464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6" name="Shape 13"/>
          <p:cNvSpPr/>
          <p:nvPr/>
        </p:nvSpPr>
        <p:spPr>
          <a:xfrm>
            <a:off x="5989320" y="3154680"/>
            <a:ext cx="54864" cy="868680"/>
          </a:xfrm>
          <a:prstGeom prst="rect">
            <a:avLst/>
          </a:prstGeom>
          <a:solidFill>
            <a:srgbClr val="A9B8B4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1722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through the centre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932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protect both flanks and keep the middle compact.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Chances come from central zones in the box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shots, 10.6 xG, 14 goals from shots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shot_map_s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41195"/>
            <a:ext cx="4846320" cy="327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11887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shots are taken inside the box, between the posts.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shot quality 0.09 xG: they work the ball into good positions rather than shooting from range.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six-yard box and the penalty spot area; track late runners like Olmo and Fabián Ruiz.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Pressing: selective, but sharp when it triggers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Spain defensive actions by zone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pressing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48" y="1051560"/>
            <a:ext cx="4685544" cy="3685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143000"/>
            <a:ext cx="283464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8" name="Shape 5"/>
          <p:cNvSpPr/>
          <p:nvPr/>
        </p:nvSpPr>
        <p:spPr>
          <a:xfrm>
            <a:off x="5989320" y="114300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1197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722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PPDA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2148840"/>
            <a:ext cx="283464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2" name="Shape 9"/>
          <p:cNvSpPr/>
          <p:nvPr/>
        </p:nvSpPr>
        <p:spPr>
          <a:xfrm>
            <a:off x="5989320" y="2148840"/>
            <a:ext cx="54864" cy="8686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22037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7220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regains per match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154680"/>
            <a:ext cx="283464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6" name="Shape 13"/>
          <p:cNvSpPr/>
          <p:nvPr/>
        </p:nvSpPr>
        <p:spPr>
          <a:xfrm>
            <a:off x="5989320" y="315468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1722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actions in the attacking third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932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avoid slow short build-up; play beyond the first line.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threats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receive and act, plus tournament output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key_player_heat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249" y="1005840"/>
            <a:ext cx="8061503" cy="23774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914400"/>
                <a:gridCol w="1188720"/>
                <a:gridCol w="1371600"/>
                <a:gridCol w="109728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Prog. carries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Dribbles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Lamine Yamal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Olmo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Fabián Ruiz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Nico Williams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Álvaro Morata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F4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1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pieces: inswinging corners to the six-yard box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corners analysed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cor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71646"/>
            <a:ext cx="5029200" cy="26174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143000"/>
            <a:ext cx="333756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0" y="114300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1978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of 45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0" y="1645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delivered inswinging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33756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0" y="2148840"/>
            <a:ext cx="54864" cy="8686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2037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shots, 3.2 xG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69280" y="2651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corner and free-kick phases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154680"/>
            <a:ext cx="333756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0" y="315468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32095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669280" y="3657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from set-piece phases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zone the six-yard box and near post; man-mark Laporte and Le Normand.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Spain are vulnerable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conceded across the tournament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pic>
        <p:nvPicPr>
          <p:cNvPr id="6" name="Image 0" descr="/home/claude/foa/outputs/figures/shot_map_conce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41195"/>
            <a:ext cx="4846320" cy="32783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143000"/>
            <a:ext cx="3474720" cy="868680"/>
          </a:xfrm>
          <a:prstGeom prst="rect">
            <a:avLst/>
          </a:prstGeom>
          <a:solidFill>
            <a:srgbClr val="17262C"/>
          </a:solidFill>
          <a:ln/>
        </p:spPr>
      </p:sp>
      <p:sp>
        <p:nvSpPr>
          <p:cNvPr id="8" name="Shape 5"/>
          <p:cNvSpPr/>
          <p:nvPr/>
        </p:nvSpPr>
        <p:spPr>
          <a:xfrm>
            <a:off x="5349240" y="1143000"/>
            <a:ext cx="54864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5532120" y="11978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 vs 0.37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5321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conceded per match: low press (PPDA 18+) vs others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49240" y="22402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Croatia (2.48 xG) and Germany (1.63 xG) hurt Spain when possession was close to 50/50.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games become open and less controlled, Spain concede far more chances.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for the ball and play quickly in transition rather than sitting deep for 90 minutes.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9784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flanks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97840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up on Nico Williams and Yamal: full-back plus winger, show them inside.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55648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7282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compact centrally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17282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play wide early; defend crosses and cut-backs into the six-yard area.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505456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478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their control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247802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Rodri and the centre-backs in short, planned spells to deny rhythm.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25526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278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beyond the press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22783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slow short build-up; attack the space behind their high full-backs.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00507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9776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pieces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40480" y="397764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six-yard box and near post for inswinging corners; mark the centre-backs.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plan: clips for the team meeting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timecoded moments to code and cut in Nacsport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| Euro 2024 | Non-confidential sample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394960" y="11887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by phase: build-up, final-third entries, chance creation, pressing, transitions, set pieces.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clips per playlist, drawn with arrows and zones.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 key-threat reels for Yamal, Nico Williams and Olmo.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list and code window template included with this report.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Opposition Report: Spain</dc:title>
  <dc:subject>PptxGenJS Presentation</dc:subject>
  <dc:creator>PptxGenJS</dc:creator>
  <cp:lastModifiedBy>PptxGenJS</cp:lastModifiedBy>
  <cp:revision>1</cp:revision>
  <dcterms:created xsi:type="dcterms:W3CDTF">2026-10-02T11:46:42Z</dcterms:created>
  <dcterms:modified xsi:type="dcterms:W3CDTF">2026-10-02T11:46:42Z</dcterms:modified>
</cp:coreProperties>
</file>